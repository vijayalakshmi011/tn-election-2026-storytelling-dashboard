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reportEmbed?reportId=b98cbf17-771d-4263-8c5a-7111164ed135&amp;autoAuth=true&amp;ctid=94572df2-fdd4-46f9-8952-8b5753b31d29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B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Tamil Nadu 2026 Election Analysis Dashboard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28016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Storytelling- Power BI Project Decoding the 2026 TN Assembly Election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801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EF1F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2021 vs. 2026 results at constituency level, using ECI data via the Codebasics Resume Project Challenge dataset.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13716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EF1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64592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9516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148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complex election data into clear, story-driven insights on constituency shifts, regional change, and competitiveness.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3B8B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6758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Non-partisan by design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4096512"/>
            <a:ext cx="8869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7D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public ECI datasets with transparent methods and data modeling — no commentary on outcomes.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Process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914400" cy="9144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reshaped raw ECI datasets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92808" y="1783080"/>
            <a:ext cx="457200" cy="548640"/>
          </a:xfrm>
          <a:prstGeom prst="chevron">
            <a:avLst/>
          </a:prstGeom>
          <a:solidFill>
            <a:srgbClr val="EEF1FA"/>
          </a:solidFill>
          <a:ln/>
        </p:spPr>
      </p:sp>
      <p:sp>
        <p:nvSpPr>
          <p:cNvPr id="10" name="Shape 8"/>
          <p:cNvSpPr/>
          <p:nvPr/>
        </p:nvSpPr>
        <p:spPr>
          <a:xfrm>
            <a:off x="3520440" y="1600200"/>
            <a:ext cx="914400" cy="9144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175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30632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RegionBridge table to resolve many-to-many region relationships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44568" y="1783080"/>
            <a:ext cx="457200" cy="548640"/>
          </a:xfrm>
          <a:prstGeom prst="chevron">
            <a:avLst/>
          </a:prstGeom>
          <a:solidFill>
            <a:srgbClr val="EEF1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600200"/>
            <a:ext cx="914400" cy="9144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6928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0632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gains/losses, vote share %, margin bands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96328" y="1783080"/>
            <a:ext cx="457200" cy="548640"/>
          </a:xfrm>
          <a:prstGeom prst="chevron">
            <a:avLst/>
          </a:prstGeom>
          <a:solidFill>
            <a:srgbClr val="EEF1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823960" y="1600200"/>
            <a:ext cx="914400" cy="9144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1600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2104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Build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21040" y="30632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pages, dark-navy theme, fixed party colour coding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EEF1F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6177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research questions in the challenge brief were treated as a menu, not a checklist. Rather than answering all six as a flat list of facts, three were chosen and connected into one throughline: where the map changed, which seats flipped, and how much closer the races got.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399032"/>
            <a:ext cx="594360" cy="59436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990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3075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673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visualization platform used to build and publish the report.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4360" y="2295144"/>
            <a:ext cx="594360" cy="59436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9514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20370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5694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transformation layer for the raw ECI dataset.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191256"/>
            <a:ext cx="594360" cy="59436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1912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0998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4655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measures — seat gains/losses, vote share %, margin bands.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087368"/>
            <a:ext cx="594360" cy="59436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08736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3995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3616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across 4 tables, including a custom RegionBridge table.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4983480"/>
            <a:ext cx="594360" cy="59436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983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4892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Format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.pbix for development, .pdf / .png for previews and sharing.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Research Questions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r>
              <a:rPr lang="en-US" sz="13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 Results Portal + Codebasics Starter Data Pack (ECI-based CSVs)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1F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836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Geographic Story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seat distribution shift across Tamil Nadu's six regions between 2021 and 2026?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1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502152"/>
            <a:ext cx="502920" cy="50292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30098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Flip Story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703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how many constituencies did the winning party change between 2021 and 2026?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1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919472"/>
            <a:ext cx="502920" cy="502920"/>
          </a:xfrm>
          <a:prstGeom prst="ellipse">
            <a:avLst/>
          </a:prstGeom>
          <a:solidFill>
            <a:srgbClr val="C9972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19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71830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Margin of Victory Story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120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the average margin of victory change, and how many seats were won by a strong mandate vs. a fragmented one?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in assembly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changed hands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352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TVK +108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352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DMK −74 seats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page, full-state snapshot: 96M votes cast and only 30.3% of seats retained by their 2021 winner.</a:t>
            </a:r>
            <a:endParaRPr lang="en-US" sz="1350" dirty="0"/>
          </a:p>
        </p:txBody>
      </p:sp>
      <p:pic>
        <p:nvPicPr>
          <p:cNvPr id="12" name="Image 0" descr="/home/claude/dash_pages/page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46" y="2606040"/>
            <a:ext cx="6937004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Party Performance Drill-Down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→ 47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seats, 2021→2026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27.05%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vote share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352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352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AIADMK votes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let you isolate any single party's trajectory — built for a clean, ready-to-narrate talking point.</a:t>
            </a:r>
            <a:endParaRPr lang="en-US" sz="1350" dirty="0"/>
          </a:p>
        </p:txBody>
      </p:sp>
      <p:pic>
        <p:nvPicPr>
          <p:cNvPr id="12" name="Image 0" descr="/home/claude/dash_pages/page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46" y="2606040"/>
            <a:ext cx="6937004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Seat Distribution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→ 7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Kongu region (selected party)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→ 5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region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352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352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— steady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Geographic Story: the 2026 swing was regional and uneven, not a flat statewide shift.</a:t>
            </a:r>
            <a:endParaRPr lang="en-US" sz="1350" dirty="0"/>
          </a:p>
        </p:txBody>
      </p:sp>
      <p:pic>
        <p:nvPicPr>
          <p:cNvPr id="12" name="Image 0" descr="/home/claude/dash_pages/page-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46" y="2606040"/>
            <a:ext cx="6937004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Constituency Flip Analysis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/ 234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Constituencies flipped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 retained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352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352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volatility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 Story: the Sankey diagram shows TVK drawing seats from DMK, AIADMK, and INC — not just one rival.</a:t>
            </a:r>
            <a:endParaRPr lang="en-US" sz="1350" dirty="0"/>
          </a:p>
        </p:txBody>
      </p:sp>
      <p:pic>
        <p:nvPicPr>
          <p:cNvPr id="12" name="Image 0" descr="/home/claude/dash_pages/page-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46" y="2606040"/>
            <a:ext cx="6937004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1E3B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43000" y="38404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Competitiveness &amp; Margin of Victory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11.70% → 7.67%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victory margin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mandates (&gt;50%)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635240" y="1188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3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3524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wins (&lt;35%)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2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 of Victory Story: the Top 20 Closest Contests chart ranks races down to a 0.10% margin.</a:t>
            </a:r>
            <a:endParaRPr lang="en-US" sz="1350" dirty="0"/>
          </a:p>
        </p:txBody>
      </p:sp>
      <p:pic>
        <p:nvPicPr>
          <p:cNvPr id="12" name="Image 0" descr="/home/claude/dash_pages/page-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346" y="2606040"/>
            <a:ext cx="6937004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B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280160" y="2240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7D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report published to the Power BI Service.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016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 ·  Party Performance  ·  Regional Distribution  ·  Flip Analysis  ·  Margin of Victory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270248" y="3520440"/>
            <a:ext cx="3657600" cy="640080"/>
          </a:xfrm>
          <a:prstGeom prst="roundRect">
            <a:avLst>
              <a:gd name="adj" fmla="val 50000"/>
            </a:avLst>
          </a:prstGeom>
          <a:solidFill>
            <a:srgbClr val="C9972B"/>
          </a:solidFill>
          <a:ln/>
        </p:spPr>
      </p:sp>
      <p:sp>
        <p:nvSpPr>
          <p:cNvPr id="6" name="Text 4">
            <a:hlinkClick r:id="rId3"/>
          </p:cNvPr>
          <p:cNvSpPr/>
          <p:nvPr/>
        </p:nvSpPr>
        <p:spPr>
          <a:xfrm>
            <a:off x="4270248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u="none" dirty="0">
                <a:solidFill>
                  <a:srgbClr val="142A6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the Live Dashboard 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5989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613</Words>
  <Application>Microsoft Office PowerPoint</Application>
  <PresentationFormat>Widescreen</PresentationFormat>
  <Paragraphs>118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Vijay Lakshmi</cp:lastModifiedBy>
  <cp:revision>2</cp:revision>
  <dcterms:created xsi:type="dcterms:W3CDTF">2026-07-14T09:00:03Z</dcterms:created>
  <dcterms:modified xsi:type="dcterms:W3CDTF">2026-07-14T09:05:47Z</dcterms:modified>
</cp:coreProperties>
</file>